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p:presentation BAD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ONE-2531 clean oracle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